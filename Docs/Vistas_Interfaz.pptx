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screen-menu</a:t>
            </a:r>
          </a:p>
        </p:txBody>
      </p:sp>
      <p:pic>
        <p:nvPicPr>
          <p:cNvPr id="3" name="Picture 2" descr="screen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screen-exploration</a:t>
            </a:r>
          </a:p>
        </p:txBody>
      </p:sp>
      <p:pic>
        <p:nvPicPr>
          <p:cNvPr id="3" name="Picture 2" descr="screen-expl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screen-combat</a:t>
            </a:r>
          </a:p>
        </p:txBody>
      </p:sp>
      <p:pic>
        <p:nvPicPr>
          <p:cNvPr id="3" name="Picture 2" descr="screen-comb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screen-inventory</a:t>
            </a:r>
          </a:p>
        </p:txBody>
      </p:sp>
      <p:pic>
        <p:nvPicPr>
          <p:cNvPr id="3" name="Picture 2" descr="screen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screen-hero</a:t>
            </a:r>
          </a:p>
        </p:txBody>
      </p:sp>
      <p:pic>
        <p:nvPicPr>
          <p:cNvPr id="3" name="Picture 2" descr="screen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screen-stats</a:t>
            </a:r>
          </a:p>
        </p:txBody>
      </p:sp>
      <p:pic>
        <p:nvPicPr>
          <p:cNvPr id="3" name="Picture 2" descr="screen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screen-treasure</a:t>
            </a:r>
          </a:p>
        </p:txBody>
      </p:sp>
      <p:pic>
        <p:nvPicPr>
          <p:cNvPr id="3" name="Picture 2" descr="screen-trea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screen-saves</a:t>
            </a:r>
          </a:p>
        </p:txBody>
      </p:sp>
      <p:pic>
        <p:nvPicPr>
          <p:cNvPr id="3" name="Picture 2" descr="screen-s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 Mockup: screen-gameover</a:t>
            </a:r>
          </a:p>
        </p:txBody>
      </p:sp>
      <p:pic>
        <p:nvPicPr>
          <p:cNvPr id="3" name="Picture 2" descr="screen-game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